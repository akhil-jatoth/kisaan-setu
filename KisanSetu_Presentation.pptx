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Name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9601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KisanSetu — AI-Powered Smart Agriculture &amp; Pathology Platform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 Name: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 Mobile Number: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Mobile Number]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 Email: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Email]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of Team Members: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Name (if any):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[Mentor / Faculty Advisor Name]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 Details: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1, Member 2, Member 3, Member 4]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Name: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College / University Name]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A3B6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and 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A3B69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Smart Agriculture, Computer Vision (AI/ML) &amp; Precision Agronomy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Pathogen Identification: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Fungal, bacterial, and viral crop diseases are identified too late, destroying 20% to 40% of seasonal yield for smallholder farmers.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Uncalibrated Chemical &amp; Fertilizer Usage: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lack accessible knowledge on exact chemical/bio-fungicide dosages, leading to excessive chemical toxicity or ineffective disease control.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Language &amp; Literacy Barriers: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advisory apps rely on dense English/Hindi text, excluding millions of vernacular-speaking farmers.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Information Gap: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farmers miss out on crucial central &amp; state government welfare schemes (PM-KISAN, PMFBY insurance, SMAM 50% machinery subsidies) due to lack of awareness.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Idea/Solution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A3B69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Concept: An AI-Powered Agronomist &amp; Pathology Doctor in Every Farmer’s Pocket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AR Camera Diagnosis: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snap a photo of any crop leaf; edge vision AI instantly classifies the disease, calculates severity (%), and tracks lesion hotspots in &lt; 2 seconds.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Fertilizer &amp; Treatment Prescriptions: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calibrated chemical controls (e.g. Mancozeb 75% WP @ 2g/L), bio-fungicides (Trichoderma), and recovery nutrients (NPK 19:19:19) with exact mixing dosages.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Copilot with "Read Screen" Engine: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Draggable multilingual AI assistant (Groq Llama-3.3) that reads aloud and explains screen content in 14+ Indian regional languages (Telugu, Hindi, Tamil, Kannada, etc.).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Non-Plant Guardrails: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recognizes and filters non-plant objects (shoes, electronics, furniture) with friendly guidance, preventing false diagnoses.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Vs Proposed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A3B69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4206240"/>
              </a:tblGrid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Traditional Solutions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KisanSetu (Proposed Solution)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 Diagnosis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manual lab visits or generic photo uploads with hours of delay.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Edge/WebAR inference in &lt; 2 seconds with severity %.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Fertilizer Advice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Vague suggestions ("spray fungicide") without specific dosages.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3-tier calibrated dosage (Chemical, Bio-fungicide, NPK) with exact g/L.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 &amp; Language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Text-heavy English/Hindi interfaces requiring high literacy.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14+ Indian regional languages + Voice input + "Read Screen" audio.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Non-Plant Guardrails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Hallucinates and gives false disease outputs for non-plant images.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Pixel &amp; feature filter detects non-plant items and guides the user.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Govt. Subsidies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Scattered across unnavigable government websites.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integrated advice on PM-KISAN, PMFBY, KCC &amp; SMAM subsidies.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USP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A3B69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4937760" cy="201168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828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Voice-First "Read Screen" Agronomist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can listen to complete diagnostic summaries and dosage steps in their native dialect by tapping one button or using voice input.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4937760" cy="201168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28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Dual AI Architecture Pipeline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couples real-time Computer Vision for foliar lesion mapping with Groq-accelerated Llama-3.3 70B for agricultural reasoning.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4937760" cy="201168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114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Intelligent Non-Plant Guardrails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45720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AI hallucinations by inspecting leaf chlorophyll and rejecting non-agricultural items (electronics, clothing, shoes).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4937760" cy="201168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114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Integrated Pest &amp; Nutrient Strategy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45720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balanced 3-tier prescriptions: Emergency Chemical Cure + Organic Bio-fungicide + Restorative NPK Micronutrients.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&amp; Scope of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A3B69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Field Diagnosis: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zero-friction plant disease detection on mobile devices without lab dependency.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Chemical Dosage: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input costs and environmental toxicity through calibrated chemical &amp; bio-fungicide ratios.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Vernacular Access: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literacy barrier using spoken voice output in 14+ Indian languages.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Solution: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Scope: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pathology for Tomato, Potato, Corn, Rice, Wheat, Cotton, and Chili; Multilingual voice Copilot; Government scheme advisories; Web PWA &amp; Flutter mobile client.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Multispectral drone scouting integration, IoT soil moisture/NPK telemetry, and direct marketplace linkage for fair mandi prices.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A3B69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pic>
        <p:nvPicPr>
          <p:cNvPr id="5" name="Image 0" descr="C:\Users\DELL\.gemini\antigravity-ide\brain\066c3867-f9b9-4642-8040-33c70db98e23\kisansetu_detailed_arch_17904857689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621792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463040"/>
            <a:ext cx="429768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Presentation Layer: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App + React PWA with WebAR camera stream and Web Speech voice input.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Application Core: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pixel analyzer, lesion hotspot pin mapper, and Zustand state store.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Dual AI Processing Engine: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Vision Model: Pathogen classification &amp; fertilizer dosage mapping.
• Groq Llama-3.3 70B: Multilingual conversational agronomist &amp; scheme intelligence.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Backend &amp; Cloud: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REST API + Firebase Cloud Firestore for historical health tracking.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Required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A3B69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10332720" cy="141732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00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Technologies &amp; Frameworks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 React 18, TypeScript, Vite, TailwindCSS, Flutter (Dart), Three.js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Backend: Node.js, Express REST API, Firebase Firestore &amp; Auth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AI/ML: Groq Cloud (Llama-3.3 70B), Web Speech API, Computer Vision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10332720" cy="141732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2004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Datasets &amp; Agronomic Repositories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5661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PlantVillage Dataset: 50,000+ curated leaf images of diseased &amp; healthy crops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ICAR &amp; Agri University Standards: Calibrated chemical/bio-fungicide dosage formulas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Government Welfare Portals: Data on PM-KISAN, PMFBY, KCC, and SMAM subsidies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663440"/>
            <a:ext cx="10332720" cy="141732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8006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Hardware &amp; Deployment Resources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5166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Hardware: Any smartphone with 5MP+ camera &amp; web browser / Android OS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Infrastructure: Serverless cloud functions, Firebase DB, and edge neural caching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KisanSetu — Empowering Every Farmer with Accessible AI Intelligence 🌱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Application: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http://localhost:5173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https://github.com/your-team/kisansetu
</a:t>
            </a:r>
            <a:pPr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 Questions &amp; Discussion with the Jury.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A3B6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KisanSetu Smart Agriculture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KisanSetu - AI-Powered Smart Agriculture Assistant</dc:title>
  <dc:subject>PptxGenJS Presentation</dc:subject>
  <dc:creator>KisanSetu Team</dc:creator>
  <cp:lastModifiedBy>KisanSetu Team</cp:lastModifiedBy>
  <cp:revision>1</cp:revision>
  <dcterms:created xsi:type="dcterms:W3CDTF">2026-09-27T06:29:14Z</dcterms:created>
  <dcterms:modified xsi:type="dcterms:W3CDTF">2026-09-27T06:29:14Z</dcterms:modified>
</cp:coreProperties>
</file>